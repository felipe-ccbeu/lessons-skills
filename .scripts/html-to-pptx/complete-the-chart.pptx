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71525" y="2009775"/>
            <a:ext cx="3171825" cy="381000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4" name="Shape 2"/>
          <p:cNvSpPr/>
          <p:nvPr/>
        </p:nvSpPr>
        <p:spPr>
          <a:xfrm>
            <a:off x="771525" y="2390775"/>
            <a:ext cx="31718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1525" y="2847975"/>
            <a:ext cx="3171825" cy="45720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6" name="Shape 4"/>
          <p:cNvSpPr/>
          <p:nvPr/>
        </p:nvSpPr>
        <p:spPr>
          <a:xfrm>
            <a:off x="8105775" y="1362075"/>
            <a:ext cx="3171825" cy="1314450"/>
          </a:xfrm>
          <a:prstGeom prst="roundRect">
            <a:avLst>
              <a:gd name="adj" fmla="val 4383"/>
            </a:avLst>
          </a:prstGeom>
          <a:solidFill>
            <a:srgbClr val="EEF1F8"/>
          </a:solidFill>
          <a:ln/>
        </p:spPr>
      </p:sp>
      <p:sp>
        <p:nvSpPr>
          <p:cNvPr id="7" name="Shape 5"/>
          <p:cNvSpPr/>
          <p:nvPr/>
        </p:nvSpPr>
        <p:spPr>
          <a:xfrm>
            <a:off x="11039475" y="1428750"/>
            <a:ext cx="381000" cy="381000"/>
          </a:xfrm>
          <a:prstGeom prst="ellipse">
            <a:avLst/>
          </a:prstGeom>
          <a:solidFill>
            <a:srgbClr val="0448DF"/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3629025"/>
            <a:ext cx="3171825" cy="381000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9" name="Shape 7"/>
          <p:cNvSpPr/>
          <p:nvPr/>
        </p:nvSpPr>
        <p:spPr>
          <a:xfrm>
            <a:off x="771525" y="4010025"/>
            <a:ext cx="317182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1525" y="4467225"/>
            <a:ext cx="3171825" cy="45720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1" name="Shape 9"/>
          <p:cNvSpPr/>
          <p:nvPr/>
        </p:nvSpPr>
        <p:spPr>
          <a:xfrm>
            <a:off x="8124825" y="2895600"/>
            <a:ext cx="3171825" cy="1314450"/>
          </a:xfrm>
          <a:prstGeom prst="roundRect">
            <a:avLst>
              <a:gd name="adj" fmla="val 4383"/>
            </a:avLst>
          </a:prstGeom>
          <a:solidFill>
            <a:srgbClr val="EEF1F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77575" y="2971800"/>
            <a:ext cx="381000" cy="381000"/>
          </a:xfrm>
          <a:prstGeom prst="ellipse">
            <a:avLst/>
          </a:prstGeom>
          <a:solidFill>
            <a:srgbClr val="0448D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15300" y="4371975"/>
            <a:ext cx="3171825" cy="1238250"/>
          </a:xfrm>
          <a:prstGeom prst="roundRect">
            <a:avLst>
              <a:gd name="adj" fmla="val 4652"/>
            </a:avLst>
          </a:prstGeom>
          <a:solidFill>
            <a:srgbClr val="EEF1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77575" y="4457700"/>
            <a:ext cx="381000" cy="381000"/>
          </a:xfrm>
          <a:prstGeom prst="ellipse">
            <a:avLst/>
          </a:prstGeom>
          <a:solidFill>
            <a:srgbClr val="0448DF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90550"/>
            <a:ext cx="3003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2 · GRAMMAR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1181100"/>
            <a:ext cx="6429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and complete: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1525" y="2009775"/>
            <a:ext cx="36475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/ We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1525" y="2390775"/>
            <a:ext cx="364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_____ a student. (= 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7732" y="2519362"/>
            <a:ext cx="3283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1525" y="2847975"/>
            <a:ext cx="364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_____ friends. (= 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53926" y="2976562"/>
            <a:ext cx="34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39475" y="1428750"/>
            <a:ext cx="43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1525" y="3629025"/>
            <a:ext cx="36475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1525" y="4010025"/>
            <a:ext cx="364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_____ welcome. (= 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5094" y="4138612"/>
            <a:ext cx="34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1525" y="4467225"/>
            <a:ext cx="36475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_____ from Brazil. (= 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97112" y="4595812"/>
            <a:ext cx="340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D36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77575" y="2971800"/>
            <a:ext cx="43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77575" y="4457700"/>
            <a:ext cx="43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2026-07-13T12:13:53Z</dcterms:created>
  <dcterms:modified xsi:type="dcterms:W3CDTF">2026-07-13T12:13:53Z</dcterms:modified>
</cp:coreProperties>
</file>