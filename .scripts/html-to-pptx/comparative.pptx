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28650"/>
            <a:ext cx="95250" cy="95250"/>
          </a:xfrm>
          <a:prstGeom prst="ellipse">
            <a:avLst/>
          </a:prstGeom>
          <a:solidFill>
            <a:srgbClr val="FD3682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0" y="2886075"/>
            <a:ext cx="5181600" cy="1781175"/>
          </a:xfrm>
          <a:prstGeom prst="roundRect">
            <a:avLst>
              <a:gd name="adj" fmla="val 4261"/>
            </a:avLst>
          </a:prstGeom>
          <a:solidFill>
            <a:srgbClr val="F7F8FB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2886075"/>
            <a:ext cx="5181600" cy="38100"/>
          </a:xfrm>
          <a:prstGeom prst="rect">
            <a:avLst/>
          </a:prstGeom>
          <a:solidFill>
            <a:srgbClr val="0448DF"/>
          </a:solidFill>
          <a:ln/>
        </p:spPr>
      </p:sp>
      <p:sp>
        <p:nvSpPr>
          <p:cNvPr id="5" name="Shape 3"/>
          <p:cNvSpPr/>
          <p:nvPr/>
        </p:nvSpPr>
        <p:spPr>
          <a:xfrm>
            <a:off x="1095375" y="3891820"/>
            <a:ext cx="1647825" cy="19050"/>
          </a:xfrm>
          <a:prstGeom prst="rect">
            <a:avLst/>
          </a:prstGeom>
          <a:solidFill>
            <a:srgbClr val="0448DF"/>
          </a:solidFill>
          <a:ln/>
        </p:spPr>
      </p:sp>
      <p:sp>
        <p:nvSpPr>
          <p:cNvPr id="6" name="Shape 4"/>
          <p:cNvSpPr/>
          <p:nvPr/>
        </p:nvSpPr>
        <p:spPr>
          <a:xfrm>
            <a:off x="6248400" y="2886075"/>
            <a:ext cx="5181600" cy="1781175"/>
          </a:xfrm>
          <a:prstGeom prst="roundRect">
            <a:avLst>
              <a:gd name="adj" fmla="val 4261"/>
            </a:avLst>
          </a:prstGeom>
          <a:solidFill>
            <a:srgbClr val="FFF4F8"/>
          </a:solidFill>
          <a:ln/>
        </p:spPr>
      </p:sp>
      <p:sp>
        <p:nvSpPr>
          <p:cNvPr id="7" name="Shape 5"/>
          <p:cNvSpPr/>
          <p:nvPr/>
        </p:nvSpPr>
        <p:spPr>
          <a:xfrm>
            <a:off x="6248400" y="2886075"/>
            <a:ext cx="5181600" cy="38100"/>
          </a:xfrm>
          <a:prstGeom prst="rect">
            <a:avLst/>
          </a:prstGeom>
          <a:solidFill>
            <a:srgbClr val="FD3682"/>
          </a:solidFill>
          <a:ln/>
        </p:spPr>
      </p:sp>
      <p:sp>
        <p:nvSpPr>
          <p:cNvPr id="8" name="Shape 6"/>
          <p:cNvSpPr/>
          <p:nvPr/>
        </p:nvSpPr>
        <p:spPr>
          <a:xfrm>
            <a:off x="6581775" y="3891820"/>
            <a:ext cx="1647825" cy="19050"/>
          </a:xfrm>
          <a:prstGeom prst="rect">
            <a:avLst/>
          </a:prstGeom>
          <a:solidFill>
            <a:srgbClr val="FD3682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590550"/>
            <a:ext cx="30030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96" kern="0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UNIT 1 · LESSON A · PART 2 · GRAMMAR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2000" y="118110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Statements vs. Questions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95375" y="3209925"/>
            <a:ext cx="5192077" cy="396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0E11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teacher.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95375" y="3190875"/>
            <a:ext cx="74540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448D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He's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581775" y="3209925"/>
            <a:ext cx="5192077" cy="396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0E111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 a teacher?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581775" y="3190875"/>
            <a:ext cx="29903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D368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62000" y="6057900"/>
            <a:ext cx="139507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CCBEU English Center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2026-07-13T12:13:52Z</dcterms:created>
  <dcterms:modified xsi:type="dcterms:W3CDTF">2026-07-13T12:13:52Z</dcterms:modified>
</cp:coreProperties>
</file>