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723900" y="2762250"/>
            <a:ext cx="8067675" cy="3028950"/>
          </a:xfrm>
          <a:prstGeom prst="roundRect">
            <a:avLst>
              <a:gd name="adj" fmla="val 1902"/>
            </a:avLst>
          </a:prstGeom>
          <a:solidFill>
            <a:srgbClr val="EEF1F8"/>
          </a:solidFill>
          <a:ln/>
        </p:spPr>
      </p:sp>
      <p:sp>
        <p:nvSpPr>
          <p:cNvPr id="4" name="Shape 2"/>
          <p:cNvSpPr/>
          <p:nvPr/>
        </p:nvSpPr>
        <p:spPr>
          <a:xfrm>
            <a:off x="9296686" y="3048000"/>
            <a:ext cx="802195" cy="333375"/>
          </a:xfrm>
          <a:prstGeom prst="roundRect">
            <a:avLst>
              <a:gd name="adj" fmla="val 2854217"/>
            </a:avLst>
          </a:prstGeom>
          <a:solidFill>
            <a:srgbClr val="F2F5FF"/>
          </a:solidFill>
          <a:ln/>
        </p:spPr>
      </p:sp>
      <p:sp>
        <p:nvSpPr>
          <p:cNvPr id="5" name="Shape 3"/>
          <p:cNvSpPr/>
          <p:nvPr/>
        </p:nvSpPr>
        <p:spPr>
          <a:xfrm>
            <a:off x="9326309" y="3514725"/>
            <a:ext cx="741140" cy="333375"/>
          </a:xfrm>
          <a:prstGeom prst="roundRect">
            <a:avLst>
              <a:gd name="adj" fmla="val 2854217"/>
            </a:avLst>
          </a:prstGeom>
          <a:solidFill>
            <a:srgbClr val="F2F5FF"/>
          </a:solidFill>
          <a:ln/>
        </p:spPr>
      </p:sp>
      <p:sp>
        <p:nvSpPr>
          <p:cNvPr id="6" name="Shape 4"/>
          <p:cNvSpPr/>
          <p:nvPr/>
        </p:nvSpPr>
        <p:spPr>
          <a:xfrm>
            <a:off x="9331547" y="3981450"/>
            <a:ext cx="838486" cy="333375"/>
          </a:xfrm>
          <a:prstGeom prst="roundRect">
            <a:avLst>
              <a:gd name="adj" fmla="val 2854217"/>
            </a:avLst>
          </a:prstGeom>
          <a:solidFill>
            <a:srgbClr val="F2F5FF"/>
          </a:solidFill>
          <a:ln/>
        </p:spPr>
      </p:sp>
      <p:sp>
        <p:nvSpPr>
          <p:cNvPr id="7" name="Shape 5"/>
          <p:cNvSpPr/>
          <p:nvPr/>
        </p:nvSpPr>
        <p:spPr>
          <a:xfrm>
            <a:off x="9342501" y="4448175"/>
            <a:ext cx="753047" cy="333375"/>
          </a:xfrm>
          <a:prstGeom prst="roundRect">
            <a:avLst>
              <a:gd name="adj" fmla="val 2854217"/>
            </a:avLst>
          </a:prstGeom>
          <a:solidFill>
            <a:srgbClr val="F2F5F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590550"/>
            <a:ext cx="2142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MATCH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1525" y="1181100"/>
            <a:ext cx="6429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 the countries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81050" y="1743075"/>
            <a:ext cx="60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28725" y="1724025"/>
            <a:ext cx="9858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each keyword with the correct number on the map.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2190750"/>
            <a:ext cx="457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Brazil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46679" y="2190750"/>
            <a:ext cx="5281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Japan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92508" y="2190750"/>
            <a:ext cx="11027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37829" y="2190750"/>
            <a:ext cx="569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19854" y="2190750"/>
            <a:ext cx="4716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Egypt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0" y="3095625"/>
            <a:ext cx="660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96686" y="3048000"/>
            <a:ext cx="9225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Japan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3562350"/>
            <a:ext cx="1001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309" y="3514725"/>
            <a:ext cx="85231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Brazil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4029075"/>
            <a:ext cx="1061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31547" y="3981450"/>
            <a:ext cx="96425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4495800"/>
            <a:ext cx="118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42501" y="4448175"/>
            <a:ext cx="86600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Egypt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2026-07-13T12:13:54Z</dcterms:created>
  <dcterms:modified xsi:type="dcterms:W3CDTF">2026-07-13T12:13:54Z</dcterms:modified>
</cp:coreProperties>
</file>