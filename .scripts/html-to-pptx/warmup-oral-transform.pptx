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28650"/>
            <a:ext cx="95250" cy="95250"/>
          </a:xfrm>
          <a:prstGeom prst="ellipse">
            <a:avLst/>
          </a:prstGeom>
          <a:solidFill>
            <a:srgbClr val="FD3682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590550"/>
            <a:ext cx="235571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96" kern="0" dirty="0">
                <a:solidFill>
                  <a:srgbClr val="0448D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UNIT 1 · LESSON A · WARM-UP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62000" y="1181100"/>
            <a:ext cx="997886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448D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Make these sentences negative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62000" y="1971675"/>
            <a:ext cx="1143000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0E11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Say the negative form of each sentence aloud with a partner.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62000" y="2895600"/>
            <a:ext cx="24098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448D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23950" y="2857500"/>
            <a:ext cx="172740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0E11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 am a student.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62000" y="3419475"/>
            <a:ext cx="24098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448D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23950" y="3381375"/>
            <a:ext cx="2778857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0E11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 are from New York.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62000" y="3943350"/>
            <a:ext cx="24098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448D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23950" y="3905250"/>
            <a:ext cx="1938814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0E11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She is a teacher.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62000" y="4467225"/>
            <a:ext cx="24098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448D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23950" y="4429125"/>
            <a:ext cx="1993254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0E11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They are friends.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62000" y="6057900"/>
            <a:ext cx="139507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AA1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CCBEU English Center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2026-07-13T12:13:55Z</dcterms:created>
  <dcterms:modified xsi:type="dcterms:W3CDTF">2026-07-13T12:13:55Z</dcterms:modified>
</cp:coreProperties>
</file>