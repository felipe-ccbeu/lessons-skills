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638175"/>
            <a:ext cx="76200" cy="7620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5" name="Shape 3"/>
          <p:cNvSpPr/>
          <p:nvPr/>
        </p:nvSpPr>
        <p:spPr>
          <a:xfrm>
            <a:off x="3573208" y="3238500"/>
            <a:ext cx="231172" cy="231172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6486525" y="1685925"/>
            <a:ext cx="14288" cy="3438525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57375"/>
            <a:ext cx="3138202" cy="636842"/>
          </a:xfrm>
          <a:prstGeom prst="roundRect">
            <a:avLst>
              <a:gd name="adj" fmla="val 23978"/>
            </a:avLst>
          </a:prstGeom>
          <a:solidFill>
            <a:srgbClr val="F2F5FF"/>
          </a:solidFill>
          <a:ln/>
        </p:spPr>
      </p:sp>
      <p:sp>
        <p:nvSpPr>
          <p:cNvPr id="8" name="Shape 6"/>
          <p:cNvSpPr/>
          <p:nvPr/>
        </p:nvSpPr>
        <p:spPr>
          <a:xfrm>
            <a:off x="6943725" y="2514600"/>
            <a:ext cx="1152525" cy="1447800"/>
          </a:xfrm>
          <a:prstGeom prst="roundRect">
            <a:avLst>
              <a:gd name="adj" fmla="val 825600"/>
            </a:avLst>
          </a:prstGeom>
          <a:solidFill>
            <a:srgbClr val="EEF1F8"/>
          </a:solidFill>
          <a:ln/>
        </p:spPr>
      </p:sp>
      <p:sp>
        <p:nvSpPr>
          <p:cNvPr id="9" name="Shape 7"/>
          <p:cNvSpPr/>
          <p:nvPr/>
        </p:nvSpPr>
        <p:spPr>
          <a:xfrm>
            <a:off x="10001250" y="2933700"/>
            <a:ext cx="1247775" cy="1533525"/>
          </a:xfrm>
          <a:prstGeom prst="roundRect">
            <a:avLst>
              <a:gd name="adj" fmla="val 762577"/>
            </a:avLst>
          </a:prstGeom>
          <a:solidFill>
            <a:srgbClr val="EEF1F8"/>
          </a:solidFill>
          <a:ln/>
        </p:spPr>
      </p:sp>
      <p:sp>
        <p:nvSpPr>
          <p:cNvPr id="10" name="Shape 8"/>
          <p:cNvSpPr/>
          <p:nvPr/>
        </p:nvSpPr>
        <p:spPr>
          <a:xfrm>
            <a:off x="6934200" y="4657725"/>
            <a:ext cx="4197001" cy="636842"/>
          </a:xfrm>
          <a:prstGeom prst="roundRect">
            <a:avLst>
              <a:gd name="adj" fmla="val 23978"/>
            </a:avLst>
          </a:prstGeom>
          <a:solidFill>
            <a:srgbClr val="FFEDF4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590550"/>
            <a:ext cx="29215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3 · SPEAKING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2000250"/>
            <a:ext cx="61341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Listen &amp; Repeat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62000" y="2819400"/>
            <a:ext cx="10032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88" kern="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Pair 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2000" y="3238500"/>
            <a:ext cx="224880" cy="23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4133" y="3238500"/>
            <a:ext cx="2783238" cy="23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the model dialogue.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3622072"/>
            <a:ext cx="224880" cy="23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4133" y="3622072"/>
            <a:ext cx="3637193" cy="23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each line aloud with a partner.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4005548"/>
            <a:ext cx="224880" cy="4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4133" y="4005548"/>
            <a:ext cx="4800810" cy="4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again with your own information.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4133" y="4005548"/>
            <a:ext cx="4785803" cy="450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"Where are you from?"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1100" y="4762500"/>
            <a:ext cx="47101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swap roles and try the dialogue again.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1857375"/>
            <a:ext cx="3608932" cy="636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Hi! Where are you from?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34200" y="4657725"/>
            <a:ext cx="4826551" cy="636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from Japan. Nice to meet you!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