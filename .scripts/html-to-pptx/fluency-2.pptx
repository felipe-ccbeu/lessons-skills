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28650"/>
            <a:ext cx="95250" cy="9525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2447925"/>
            <a:ext cx="10610850" cy="3295650"/>
          </a:xfrm>
          <a:prstGeom prst="roundRect">
            <a:avLst>
              <a:gd name="adj" fmla="val 1748"/>
            </a:avLst>
          </a:prstGeom>
          <a:solidFill>
            <a:srgbClr val="EEF1F8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590550"/>
            <a:ext cx="22496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FLUENCY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1181100"/>
            <a:ext cx="6396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 and describe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2000" y="1828800"/>
            <a:ext cx="599170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in pairs. Describe what you see in the picture below using the verb 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54372" y="2028825"/>
            <a:ext cx="4533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6057900"/>
            <a:ext cx="1395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2026-07-13T12:13:53Z</dcterms:created>
  <dcterms:modified xsi:type="dcterms:W3CDTF">2026-07-13T12:13:53Z</dcterms:modified>
</cp:coreProperties>
</file>