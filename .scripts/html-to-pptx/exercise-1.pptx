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90550"/>
            <a:ext cx="2973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4 ·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2000" y="11811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Rewrite using contractions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971675"/>
            <a:ext cx="1143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each sentence using the  of the verb.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1442" y="1971675"/>
            <a:ext cx="90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686050"/>
            <a:ext cx="372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5850" y="2671763"/>
            <a:ext cx="59697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from Brazil.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6975" y="2686050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34175" y="2643188"/>
            <a:ext cx="5400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Brazil.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34175" y="2652713"/>
            <a:ext cx="3219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3343275"/>
            <a:ext cx="372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5850" y="3328988"/>
            <a:ext cx="59697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welcome.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6975" y="3343275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34175" y="3300413"/>
            <a:ext cx="5400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welcome.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34175" y="3309938"/>
            <a:ext cx="663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4000500"/>
            <a:ext cx="372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5850" y="3986213"/>
            <a:ext cx="59697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is a teacher.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6975" y="4000500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4175" y="3957638"/>
            <a:ext cx="5400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teacher.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34175" y="3967162"/>
            <a:ext cx="4345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He's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4657725"/>
            <a:ext cx="372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5850" y="4643438"/>
            <a:ext cx="59697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friends.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6975" y="4657725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34175" y="4614863"/>
            <a:ext cx="5400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friends.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34175" y="4624387"/>
            <a:ext cx="5994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5314950"/>
            <a:ext cx="372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5850" y="5300663"/>
            <a:ext cx="59697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are students.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6975" y="5314950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34175" y="5272088"/>
            <a:ext cx="5400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34175" y="5281612"/>
            <a:ext cx="7722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