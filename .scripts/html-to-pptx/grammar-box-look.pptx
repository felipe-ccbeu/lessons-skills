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638175"/>
            <a:ext cx="76200" cy="7620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5" name="Shape 3"/>
          <p:cNvSpPr/>
          <p:nvPr/>
        </p:nvSpPr>
        <p:spPr>
          <a:xfrm>
            <a:off x="6543675" y="1238250"/>
            <a:ext cx="2187797" cy="399859"/>
          </a:xfrm>
          <a:prstGeom prst="roundRect">
            <a:avLst>
              <a:gd name="adj" fmla="val 2379650"/>
            </a:avLst>
          </a:prstGeom>
          <a:solidFill>
            <a:srgbClr val="0448D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400300"/>
            <a:ext cx="609600" cy="57150"/>
          </a:xfrm>
          <a:prstGeom prst="roundRect">
            <a:avLst>
              <a:gd name="adj" fmla="val 16649600"/>
            </a:avLst>
          </a:prstGeom>
          <a:solidFill>
            <a:srgbClr val="FD3682"/>
          </a:solidFill>
          <a:ln/>
        </p:spPr>
      </p:sp>
      <p:sp>
        <p:nvSpPr>
          <p:cNvPr id="7" name="Shape 5"/>
          <p:cNvSpPr/>
          <p:nvPr/>
        </p:nvSpPr>
        <p:spPr>
          <a:xfrm>
            <a:off x="742950" y="3048000"/>
            <a:ext cx="2286000" cy="1714500"/>
          </a:xfrm>
          <a:prstGeom prst="roundRect">
            <a:avLst>
              <a:gd name="adj" fmla="val 3360"/>
            </a:avLst>
          </a:prstGeom>
          <a:solidFill>
            <a:srgbClr val="EEF1F8"/>
          </a:solidFill>
          <a:ln/>
        </p:spPr>
      </p:sp>
      <p:sp>
        <p:nvSpPr>
          <p:cNvPr id="8" name="Shape 6"/>
          <p:cNvSpPr/>
          <p:nvPr/>
        </p:nvSpPr>
        <p:spPr>
          <a:xfrm>
            <a:off x="3219450" y="3048000"/>
            <a:ext cx="2286000" cy="1714500"/>
          </a:xfrm>
          <a:prstGeom prst="roundRect">
            <a:avLst>
              <a:gd name="adj" fmla="val 3360"/>
            </a:avLst>
          </a:prstGeom>
          <a:solidFill>
            <a:srgbClr val="EEF1F8"/>
          </a:solidFill>
          <a:ln/>
        </p:spPr>
      </p:sp>
      <p:sp>
        <p:nvSpPr>
          <p:cNvPr id="9" name="Shape 7"/>
          <p:cNvSpPr/>
          <p:nvPr/>
        </p:nvSpPr>
        <p:spPr>
          <a:xfrm>
            <a:off x="6553200" y="2009775"/>
            <a:ext cx="4762500" cy="419100"/>
          </a:xfrm>
          <a:prstGeom prst="rect">
            <a:avLst/>
          </a:prstGeom>
          <a:solidFill>
            <a:srgbClr val="0448DF"/>
          </a:solidFill>
          <a:ln/>
        </p:spPr>
      </p:sp>
      <p:sp>
        <p:nvSpPr>
          <p:cNvPr id="10" name="Shape 8"/>
          <p:cNvSpPr/>
          <p:nvPr/>
        </p:nvSpPr>
        <p:spPr>
          <a:xfrm>
            <a:off x="6553200" y="2428875"/>
            <a:ext cx="4762500" cy="419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553200" y="2847975"/>
            <a:ext cx="4762500" cy="41910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3200" y="3267075"/>
            <a:ext cx="4762500" cy="419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3200" y="3686175"/>
            <a:ext cx="4762500" cy="41910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43675" y="4476750"/>
            <a:ext cx="4762500" cy="1314450"/>
          </a:xfrm>
          <a:prstGeom prst="roundRect">
            <a:avLst>
              <a:gd name="adj" fmla="val 8696"/>
            </a:avLst>
          </a:prstGeom>
          <a:solidFill>
            <a:srgbClr val="FF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543675" y="4476750"/>
            <a:ext cx="577025" cy="1314450"/>
          </a:xfrm>
          <a:prstGeom prst="rect">
            <a:avLst/>
          </a:prstGeom>
          <a:solidFill>
            <a:srgbClr val="FD3682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590550"/>
            <a:ext cx="29592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PART 2 · GRAMMAR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50310" y="1349312"/>
            <a:ext cx="1718753" cy="17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1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GRAMMAR BOX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29725" y="1304925"/>
            <a:ext cx="141445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Verb To Be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2000" y="1543050"/>
            <a:ext cx="1949767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LOOK!</a:t>
            </a:r>
            <a:endParaRPr lang="en-US" sz="4100" dirty="0"/>
          </a:p>
        </p:txBody>
      </p:sp>
      <p:sp>
        <p:nvSpPr>
          <p:cNvPr id="20" name="Text 18"/>
          <p:cNvSpPr/>
          <p:nvPr/>
        </p:nvSpPr>
        <p:spPr>
          <a:xfrm>
            <a:off x="742950" y="4876800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from New York.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4193" y="4876800"/>
            <a:ext cx="2056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'm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19450" y="4876800"/>
            <a:ext cx="2628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 students.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70351" y="4876800"/>
            <a:ext cx="203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're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53200" y="2009775"/>
            <a:ext cx="14568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20025" y="2009775"/>
            <a:ext cx="40200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VERB TO BE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53200" y="2428875"/>
            <a:ext cx="14568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20025" y="2428875"/>
            <a:ext cx="40200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student.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53375" y="2505075"/>
            <a:ext cx="3450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53200" y="2847975"/>
            <a:ext cx="14568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820025" y="2847975"/>
            <a:ext cx="40200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53375" y="2924175"/>
            <a:ext cx="7114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53200" y="3267075"/>
            <a:ext cx="14568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 / She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820025" y="3267075"/>
            <a:ext cx="40200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Brazil.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953375" y="3343275"/>
            <a:ext cx="4658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He's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553200" y="3686175"/>
            <a:ext cx="14568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/ They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820025" y="3686175"/>
            <a:ext cx="40200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friends.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953375" y="3762375"/>
            <a:ext cx="8276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They're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581775" y="5119688"/>
            <a:ext cx="5759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1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TIPS!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92150" y="4610100"/>
            <a:ext cx="4910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am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814405" y="4624387"/>
            <a:ext cx="18917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48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074057" y="4610100"/>
            <a:ext cx="3450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292150" y="4991100"/>
            <a:ext cx="8393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are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117205" y="5005388"/>
            <a:ext cx="18917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48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376952" y="4991100"/>
            <a:ext cx="7114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292150" y="5372100"/>
            <a:ext cx="5215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 is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840885" y="5386388"/>
            <a:ext cx="18917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48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100536" y="5372100"/>
            <a:ext cx="4658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He's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62000" y="6057900"/>
            <a:ext cx="14214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2" kern="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2026-07-13T12:13:54Z</dcterms:created>
  <dcterms:modified xsi:type="dcterms:W3CDTF">2026-07-13T12:13:54Z</dcterms:modified>
</cp:coreProperties>
</file>