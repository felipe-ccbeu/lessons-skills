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4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1819275"/>
            <a:ext cx="838200" cy="57150"/>
          </a:xfrm>
          <a:prstGeom prst="roundRect">
            <a:avLst>
              <a:gd name="adj" fmla="val 16649600"/>
            </a:avLst>
          </a:prstGeom>
          <a:solidFill>
            <a:srgbClr val="FD368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5429250"/>
            <a:ext cx="947261" cy="285750"/>
          </a:xfrm>
          <a:prstGeom prst="roundRect">
            <a:avLst>
              <a:gd name="adj" fmla="val 332992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90261" y="5429250"/>
            <a:ext cx="933926" cy="285750"/>
          </a:xfrm>
          <a:prstGeom prst="roundRect">
            <a:avLst>
              <a:gd name="adj" fmla="val 332992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05187" y="5429250"/>
            <a:ext cx="863346" cy="285750"/>
          </a:xfrm>
          <a:prstGeom prst="roundRect">
            <a:avLst>
              <a:gd name="adj" fmla="val 332992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649533" y="5429250"/>
            <a:ext cx="855631" cy="285750"/>
          </a:xfrm>
          <a:prstGeom prst="roundRect">
            <a:avLst>
              <a:gd name="adj" fmla="val 332992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90550"/>
            <a:ext cx="24984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OBJECTIVES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2066925"/>
            <a:ext cx="11430000" cy="52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you will be able to…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62000" y="2867025"/>
            <a:ext cx="9956959" cy="29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verb  in affirmative sentences.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2876550"/>
            <a:ext cx="5242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947" y="2876550"/>
            <a:ext cx="62797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354610"/>
            <a:ext cx="9956959" cy="29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answer Yes/No questions about yourself.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3364135"/>
            <a:ext cx="5534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842194"/>
            <a:ext cx="9956959" cy="29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where you and others are from.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3851719"/>
            <a:ext cx="6861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429250"/>
            <a:ext cx="108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Listening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90261" y="5429250"/>
            <a:ext cx="1074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Speaking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5187" y="5429250"/>
            <a:ext cx="9928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9533" y="5429250"/>
            <a:ext cx="983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