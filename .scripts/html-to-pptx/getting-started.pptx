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B2F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5467350" y="0"/>
            <a:ext cx="6724650" cy="6858000"/>
          </a:xfrm>
          <a:prstGeom prst="rect">
            <a:avLst/>
          </a:prstGeom>
          <a:solidFill>
            <a:srgbClr val="EEF1F8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638175"/>
            <a:ext cx="76200" cy="76200"/>
          </a:xfrm>
          <a:prstGeom prst="ellipse">
            <a:avLst/>
          </a:prstGeom>
          <a:solidFill>
            <a:srgbClr val="FD3682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3143250"/>
            <a:ext cx="885825" cy="57150"/>
          </a:xfrm>
          <a:prstGeom prst="roundRect">
            <a:avLst>
              <a:gd name="adj" fmla="val 16649600"/>
            </a:avLst>
          </a:prstGeom>
          <a:solidFill>
            <a:srgbClr val="FD3682"/>
          </a:solidFill>
          <a:ln/>
        </p:spPr>
      </p:sp>
      <p:sp>
        <p:nvSpPr>
          <p:cNvPr id="7" name="Text 5"/>
          <p:cNvSpPr/>
          <p:nvPr/>
        </p:nvSpPr>
        <p:spPr>
          <a:xfrm>
            <a:off x="762000" y="590550"/>
            <a:ext cx="20410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96" kern="0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 1 · LESSON A · PART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2000" y="2133600"/>
            <a:ext cx="67573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500" b="1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01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762000" y="3333750"/>
            <a:ext cx="4710112" cy="4471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Getting Started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62000" y="4095750"/>
            <a:ext cx="4600575" cy="604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54B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Say hello, introduce yourself, and meet your classmates.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62000" y="6057900"/>
            <a:ext cx="142146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2" kern="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CCBEU English Center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2026-07-13T12:13:53Z</dcterms:created>
  <dcterms:modified xsi:type="dcterms:W3CDTF">2026-07-13T12:13:53Z</dcterms:modified>
</cp:coreProperties>
</file>