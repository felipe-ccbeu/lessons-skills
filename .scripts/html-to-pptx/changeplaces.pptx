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6775" y="804862"/>
            <a:ext cx="66675" cy="66675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866775" y="2276475"/>
            <a:ext cx="10668000" cy="838200"/>
          </a:xfrm>
          <a:prstGeom prst="roundRect">
            <a:avLst>
              <a:gd name="adj" fmla="val 4582"/>
            </a:avLst>
          </a:prstGeom>
          <a:solidFill>
            <a:srgbClr val="FFF4F8"/>
          </a:solidFill>
          <a:ln/>
        </p:spPr>
      </p:sp>
      <p:sp>
        <p:nvSpPr>
          <p:cNvPr id="4" name="Shape 2"/>
          <p:cNvSpPr/>
          <p:nvPr/>
        </p:nvSpPr>
        <p:spPr>
          <a:xfrm>
            <a:off x="866775" y="2276475"/>
            <a:ext cx="10668000" cy="38100"/>
          </a:xfrm>
          <a:prstGeom prst="rect">
            <a:avLst/>
          </a:prstGeom>
          <a:solidFill>
            <a:srgbClr val="FD3682"/>
          </a:solidFill>
          <a:ln/>
        </p:spPr>
      </p:sp>
      <p:sp>
        <p:nvSpPr>
          <p:cNvPr id="5" name="Shape 3"/>
          <p:cNvSpPr/>
          <p:nvPr/>
        </p:nvSpPr>
        <p:spPr>
          <a:xfrm>
            <a:off x="866775" y="3629025"/>
            <a:ext cx="10668000" cy="838200"/>
          </a:xfrm>
          <a:prstGeom prst="roundRect">
            <a:avLst>
              <a:gd name="adj" fmla="val 4582"/>
            </a:avLst>
          </a:prstGeom>
          <a:solidFill>
            <a:srgbClr val="FFF4F8"/>
          </a:solidFill>
          <a:ln/>
        </p:spPr>
      </p:sp>
      <p:sp>
        <p:nvSpPr>
          <p:cNvPr id="6" name="Shape 4"/>
          <p:cNvSpPr/>
          <p:nvPr/>
        </p:nvSpPr>
        <p:spPr>
          <a:xfrm>
            <a:off x="866775" y="3629025"/>
            <a:ext cx="10668000" cy="38100"/>
          </a:xfrm>
          <a:prstGeom prst="rect">
            <a:avLst/>
          </a:prstGeom>
          <a:solidFill>
            <a:srgbClr val="FD3682"/>
          </a:solidFill>
          <a:ln/>
        </p:spPr>
      </p:sp>
      <p:sp>
        <p:nvSpPr>
          <p:cNvPr id="7" name="Shape 5"/>
          <p:cNvSpPr/>
          <p:nvPr/>
        </p:nvSpPr>
        <p:spPr>
          <a:xfrm>
            <a:off x="866775" y="4981575"/>
            <a:ext cx="10668000" cy="838200"/>
          </a:xfrm>
          <a:prstGeom prst="roundRect">
            <a:avLst>
              <a:gd name="adj" fmla="val 4582"/>
            </a:avLst>
          </a:prstGeom>
          <a:solidFill>
            <a:srgbClr val="FFF4F8"/>
          </a:solidFill>
          <a:ln/>
        </p:spPr>
      </p:sp>
      <p:sp>
        <p:nvSpPr>
          <p:cNvPr id="8" name="Shape 6"/>
          <p:cNvSpPr/>
          <p:nvPr/>
        </p:nvSpPr>
        <p:spPr>
          <a:xfrm>
            <a:off x="866775" y="4981575"/>
            <a:ext cx="10668000" cy="38100"/>
          </a:xfrm>
          <a:prstGeom prst="rect">
            <a:avLst/>
          </a:prstGeom>
          <a:solidFill>
            <a:srgbClr val="FD3682"/>
          </a:solidFill>
          <a:ln/>
        </p:spPr>
      </p:sp>
      <p:sp>
        <p:nvSpPr>
          <p:cNvPr id="9" name="Text 7"/>
          <p:cNvSpPr/>
          <p:nvPr/>
        </p:nvSpPr>
        <p:spPr>
          <a:xfrm>
            <a:off x="866775" y="714375"/>
            <a:ext cx="54987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72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1 · PRACTICE THE GRAMMAR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19200" y="1181100"/>
            <a:ext cx="10972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 the sentences: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2025" y="2438400"/>
            <a:ext cx="23112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Affirmative: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81425" y="2438400"/>
            <a:ext cx="7251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Felipe is Brazilian.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2025" y="3790950"/>
            <a:ext cx="23112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Negative: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81425" y="3790950"/>
            <a:ext cx="7251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Felipe is not Brazilian.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2025" y="5143500"/>
            <a:ext cx="23112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Question: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81425" y="5143500"/>
            <a:ext cx="7251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Felipe Brazilian?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2026-07-13T12:13:52Z</dcterms:created>
  <dcterms:modified xsi:type="dcterms:W3CDTF">2026-07-13T12:13:52Z</dcterms:modified>
</cp:coreProperties>
</file>