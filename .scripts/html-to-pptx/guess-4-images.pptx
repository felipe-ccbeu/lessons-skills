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28650"/>
            <a:ext cx="95250" cy="95250"/>
          </a:xfrm>
          <a:prstGeom prst="ellipse">
            <a:avLst/>
          </a:prstGeom>
          <a:solidFill>
            <a:srgbClr val="FD3682"/>
          </a:solidFill>
          <a:ln/>
        </p:spPr>
      </p:sp>
      <p:sp>
        <p:nvSpPr>
          <p:cNvPr id="3" name="Shape 1"/>
          <p:cNvSpPr/>
          <p:nvPr/>
        </p:nvSpPr>
        <p:spPr>
          <a:xfrm>
            <a:off x="781050" y="2247900"/>
            <a:ext cx="2286000" cy="1905000"/>
          </a:xfrm>
          <a:prstGeom prst="roundRect">
            <a:avLst>
              <a:gd name="adj" fmla="val 3024"/>
            </a:avLst>
          </a:prstGeom>
          <a:solidFill>
            <a:srgbClr val="EEF1F8"/>
          </a:solidFill>
          <a:ln/>
        </p:spPr>
      </p:sp>
      <p:sp>
        <p:nvSpPr>
          <p:cNvPr id="4" name="Shape 2"/>
          <p:cNvSpPr/>
          <p:nvPr/>
        </p:nvSpPr>
        <p:spPr>
          <a:xfrm>
            <a:off x="3362325" y="2247900"/>
            <a:ext cx="2286000" cy="1905000"/>
          </a:xfrm>
          <a:prstGeom prst="roundRect">
            <a:avLst>
              <a:gd name="adj" fmla="val 3024"/>
            </a:avLst>
          </a:prstGeom>
          <a:solidFill>
            <a:srgbClr val="EEF1F8"/>
          </a:solidFill>
          <a:ln/>
        </p:spPr>
      </p:sp>
      <p:sp>
        <p:nvSpPr>
          <p:cNvPr id="5" name="Shape 3"/>
          <p:cNvSpPr/>
          <p:nvPr/>
        </p:nvSpPr>
        <p:spPr>
          <a:xfrm>
            <a:off x="5953125" y="2247900"/>
            <a:ext cx="2286000" cy="1905000"/>
          </a:xfrm>
          <a:prstGeom prst="roundRect">
            <a:avLst>
              <a:gd name="adj" fmla="val 3024"/>
            </a:avLst>
          </a:prstGeom>
          <a:solidFill>
            <a:srgbClr val="EEF1F8"/>
          </a:solidFill>
          <a:ln/>
        </p:spPr>
      </p:sp>
      <p:sp>
        <p:nvSpPr>
          <p:cNvPr id="6" name="Shape 4"/>
          <p:cNvSpPr/>
          <p:nvPr/>
        </p:nvSpPr>
        <p:spPr>
          <a:xfrm>
            <a:off x="8524875" y="2247900"/>
            <a:ext cx="2286000" cy="1905000"/>
          </a:xfrm>
          <a:prstGeom prst="roundRect">
            <a:avLst>
              <a:gd name="adj" fmla="val 3024"/>
            </a:avLst>
          </a:prstGeom>
          <a:solidFill>
            <a:srgbClr val="EEF1F8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4762500"/>
            <a:ext cx="3667125" cy="733425"/>
          </a:xfrm>
          <a:prstGeom prst="roundRect">
            <a:avLst>
              <a:gd name="adj" fmla="val 10348"/>
            </a:avLst>
          </a:prstGeom>
          <a:solidFill>
            <a:srgbClr val="F2F5F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590550"/>
            <a:ext cx="20870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96" kern="0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1 · LESSON A · GUESS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1525" y="1181100"/>
            <a:ext cx="6429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are they from?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62000" y="432435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Guess each person's country. Then check with a partner.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1550" y="5053012"/>
            <a:ext cx="1476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76147" y="4991100"/>
            <a:ext cx="18345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She's from 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35505" y="5000625"/>
            <a:ext cx="6723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Japan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2000" y="6057900"/>
            <a:ext cx="1395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CCBEU English Center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2026-07-13T12:13:54Z</dcterms:created>
  <dcterms:modified xsi:type="dcterms:W3CDTF">2026-07-13T12:13:54Z</dcterms:modified>
</cp:coreProperties>
</file>