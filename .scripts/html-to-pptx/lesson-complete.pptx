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4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28650"/>
            <a:ext cx="95250" cy="95250"/>
          </a:xfrm>
          <a:prstGeom prst="ellipse">
            <a:avLst/>
          </a:prstGeom>
          <a:solidFill>
            <a:srgbClr val="FD368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90550"/>
            <a:ext cx="29592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96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1 · LESSON A · LESSON COMPLETE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2000" y="2066925"/>
            <a:ext cx="1143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Lesson Complete!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62000" y="2962275"/>
            <a:ext cx="2628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96" kern="0" dirty="0">
                <a:solidFill>
                  <a:srgbClr val="EEF1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Affirmatives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3286125"/>
            <a:ext cx="2628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2000" y="3505200"/>
            <a:ext cx="319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2000" y="3790950"/>
            <a:ext cx="2628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2000" y="4010025"/>
            <a:ext cx="5651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4295775"/>
            <a:ext cx="2628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He's / She's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2000" y="4514850"/>
            <a:ext cx="7791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 / she 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2000" y="4800600"/>
            <a:ext cx="2628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They're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2000" y="5019675"/>
            <a:ext cx="615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4250" y="2962275"/>
            <a:ext cx="2628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96" kern="0" dirty="0">
                <a:solidFill>
                  <a:srgbClr val="EEF1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4250" y="3286125"/>
            <a:ext cx="2628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Are you…?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4250" y="3505200"/>
            <a:ext cx="7320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Yes, I am.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4250" y="3790950"/>
            <a:ext cx="2628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he…?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4250" y="4010025"/>
            <a:ext cx="7701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Yes, he is.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4250" y="4295775"/>
            <a:ext cx="2628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Are they…?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4250" y="4514850"/>
            <a:ext cx="11655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No, they aren't.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53125" y="2962275"/>
            <a:ext cx="2628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96" kern="0" dirty="0">
                <a:solidFill>
                  <a:srgbClr val="EEF1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Wh-Questions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53125" y="3286125"/>
            <a:ext cx="2628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What's…?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53125" y="3505200"/>
            <a:ext cx="5647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53125" y="3790950"/>
            <a:ext cx="2628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Where…?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53125" y="4010025"/>
            <a:ext cx="4128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53125" y="4295775"/>
            <a:ext cx="2628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Who…?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53125" y="4514850"/>
            <a:ext cx="5282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34425" y="2962275"/>
            <a:ext cx="2628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96" kern="0" dirty="0">
                <a:solidFill>
                  <a:srgbClr val="EEF1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Other Words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34425" y="3286125"/>
            <a:ext cx="2628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734425" y="3505200"/>
            <a:ext cx="7539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estudante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734425" y="3790950"/>
            <a:ext cx="2628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teacher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34425" y="4010025"/>
            <a:ext cx="9344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professor(a)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34425" y="4295775"/>
            <a:ext cx="2628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friend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34425" y="4514850"/>
            <a:ext cx="6719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amigo(a)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2000" y="6057900"/>
            <a:ext cx="13950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CCBEU English Center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2026-07-13T12:13:54Z</dcterms:created>
  <dcterms:modified xsi:type="dcterms:W3CDTF">2026-07-13T12:13:54Z</dcterms:modified>
</cp:coreProperties>
</file>