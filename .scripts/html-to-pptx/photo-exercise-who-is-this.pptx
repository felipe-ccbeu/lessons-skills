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8425" y="885825"/>
            <a:ext cx="5076825" cy="5086350"/>
          </a:xfrm>
          <a:prstGeom prst="roundRect">
            <a:avLst>
              <a:gd name="adj" fmla="val 1135"/>
            </a:avLst>
          </a:prstGeom>
          <a:solidFill>
            <a:srgbClr val="EEF1F8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590550"/>
            <a:ext cx="26017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WHO IS THIS?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2000" y="1095375"/>
            <a:ext cx="569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is this person?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1525" y="2381250"/>
            <a:ext cx="62107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Harumi Tanaka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1525" y="2819400"/>
            <a:ext cx="569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English teacher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4667250"/>
            <a:ext cx="68241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E11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She's from 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32552" y="4676775"/>
            <a:ext cx="96053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Japan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2026-07-13T12:13:55Z</dcterms:created>
  <dcterms:modified xsi:type="dcterms:W3CDTF">2026-07-13T12:13:55Z</dcterms:modified>
</cp:coreProperties>
</file>