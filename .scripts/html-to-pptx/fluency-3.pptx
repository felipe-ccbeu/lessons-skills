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628650"/>
            <a:ext cx="95250" cy="95250"/>
          </a:xfrm>
          <a:prstGeom prst="ellipse">
            <a:avLst/>
          </a:prstGeom>
          <a:solidFill>
            <a:srgbClr val="FD3682"/>
          </a:solidFill>
          <a:ln/>
        </p:spPr>
      </p:sp>
      <p:sp>
        <p:nvSpPr>
          <p:cNvPr id="3" name="Shape 1"/>
          <p:cNvSpPr/>
          <p:nvPr/>
        </p:nvSpPr>
        <p:spPr>
          <a:xfrm>
            <a:off x="762000" y="2571750"/>
            <a:ext cx="4181475" cy="2857500"/>
          </a:xfrm>
          <a:prstGeom prst="roundRect">
            <a:avLst>
              <a:gd name="adj" fmla="val 2016"/>
            </a:avLst>
          </a:prstGeom>
          <a:solidFill>
            <a:srgbClr val="EEF1F8"/>
          </a:solidFill>
          <a:ln/>
        </p:spPr>
      </p:sp>
      <p:sp>
        <p:nvSpPr>
          <p:cNvPr id="4" name="Shape 2"/>
          <p:cNvSpPr/>
          <p:nvPr/>
        </p:nvSpPr>
        <p:spPr>
          <a:xfrm>
            <a:off x="5162550" y="2571750"/>
            <a:ext cx="4181475" cy="2857500"/>
          </a:xfrm>
          <a:prstGeom prst="roundRect">
            <a:avLst>
              <a:gd name="adj" fmla="val 2016"/>
            </a:avLst>
          </a:prstGeom>
          <a:solidFill>
            <a:srgbClr val="EEF1F8"/>
          </a:solidFill>
          <a:ln/>
        </p:spPr>
      </p:sp>
      <p:sp>
        <p:nvSpPr>
          <p:cNvPr id="5" name="Text 3"/>
          <p:cNvSpPr/>
          <p:nvPr/>
        </p:nvSpPr>
        <p:spPr>
          <a:xfrm>
            <a:off x="762000" y="590550"/>
            <a:ext cx="224968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96" kern="0" dirty="0">
                <a:solidFill>
                  <a:srgbClr val="0448D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UNIT 1 · LESSON A · FLUENCY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62000" y="1181100"/>
            <a:ext cx="914638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448D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Compare the two people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762000" y="2000250"/>
            <a:ext cx="9146381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E111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 pairs, describe each person: where they are from, what they do, and how they feel.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62000" y="6057900"/>
            <a:ext cx="139507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AA1A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CCBEU English Center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2026-07-13T12:13:53Z</dcterms:created>
  <dcterms:modified xsi:type="dcterms:W3CDTF">2026-07-13T12:13:53Z</dcterms:modified>
</cp:coreProperties>
</file>