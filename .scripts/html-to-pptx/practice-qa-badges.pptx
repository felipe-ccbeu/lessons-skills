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90550"/>
            <a:ext cx="2972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PART 5 ·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2000" y="1914525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 the questions — both 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2938463"/>
            <a:ext cx="3943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04900" y="2900363"/>
            <a:ext cx="512635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 you a student?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62600" y="2938463"/>
            <a:ext cx="3286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I am!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20100" y="2938463"/>
            <a:ext cx="3461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No, I'm not.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2000" y="3690937"/>
            <a:ext cx="3943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900" y="3652838"/>
            <a:ext cx="512635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she from Brazil?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62600" y="3690937"/>
            <a:ext cx="3286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she is!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20100" y="3690937"/>
            <a:ext cx="3461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No, she isn't.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2000" y="4443413"/>
            <a:ext cx="3943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4900" y="4405313"/>
            <a:ext cx="512635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 they friends?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62600" y="4443413"/>
            <a:ext cx="3286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they are!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20100" y="4443413"/>
            <a:ext cx="3461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No, they aren't.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2000" y="5195887"/>
            <a:ext cx="3943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04900" y="5157788"/>
            <a:ext cx="512635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he a teacher?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62600" y="5195887"/>
            <a:ext cx="3286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he is!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20100" y="5195887"/>
            <a:ext cx="3461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No, he isn't.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2026-07-13T12:13:55Z</dcterms:created>
  <dcterms:modified xsi:type="dcterms:W3CDTF">2026-07-13T12:13:55Z</dcterms:modified>
</cp:coreProperties>
</file>