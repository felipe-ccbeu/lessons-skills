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2400300"/>
            <a:ext cx="609600" cy="57150"/>
          </a:xfrm>
          <a:prstGeom prst="roundRect">
            <a:avLst>
              <a:gd name="adj" fmla="val 16649600"/>
            </a:avLst>
          </a:prstGeom>
          <a:solidFill>
            <a:srgbClr val="FD3682"/>
          </a:solidFill>
          <a:ln/>
        </p:spPr>
      </p:sp>
      <p:sp>
        <p:nvSpPr>
          <p:cNvPr id="4" name="Shape 2"/>
          <p:cNvSpPr/>
          <p:nvPr/>
        </p:nvSpPr>
        <p:spPr>
          <a:xfrm>
            <a:off x="6734175" y="704850"/>
            <a:ext cx="2286000" cy="1714500"/>
          </a:xfrm>
          <a:prstGeom prst="roundRect">
            <a:avLst>
              <a:gd name="adj" fmla="val 3360"/>
            </a:avLst>
          </a:prstGeom>
          <a:solidFill>
            <a:srgbClr val="EEF1F8"/>
          </a:solidFill>
          <a:ln/>
        </p:spPr>
      </p:sp>
      <p:sp>
        <p:nvSpPr>
          <p:cNvPr id="5" name="Shape 3"/>
          <p:cNvSpPr/>
          <p:nvPr/>
        </p:nvSpPr>
        <p:spPr>
          <a:xfrm>
            <a:off x="9220200" y="704850"/>
            <a:ext cx="2286000" cy="1714500"/>
          </a:xfrm>
          <a:prstGeom prst="roundRect">
            <a:avLst>
              <a:gd name="adj" fmla="val 3360"/>
            </a:avLst>
          </a:prstGeom>
          <a:solidFill>
            <a:srgbClr val="EEF1F8"/>
          </a:solidFill>
          <a:ln/>
        </p:spPr>
      </p:sp>
      <p:sp>
        <p:nvSpPr>
          <p:cNvPr id="6" name="Shape 4"/>
          <p:cNvSpPr/>
          <p:nvPr/>
        </p:nvSpPr>
        <p:spPr>
          <a:xfrm>
            <a:off x="771525" y="3419475"/>
            <a:ext cx="10658475" cy="352425"/>
          </a:xfrm>
          <a:prstGeom prst="rect">
            <a:avLst/>
          </a:prstGeom>
          <a:solidFill>
            <a:srgbClr val="0448DF"/>
          </a:solidFill>
          <a:ln/>
        </p:spPr>
      </p:sp>
      <p:sp>
        <p:nvSpPr>
          <p:cNvPr id="7" name="Shape 5"/>
          <p:cNvSpPr/>
          <p:nvPr/>
        </p:nvSpPr>
        <p:spPr>
          <a:xfrm>
            <a:off x="771525" y="3771900"/>
            <a:ext cx="10658475" cy="438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71525" y="4210050"/>
            <a:ext cx="10658475" cy="43815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9" name="Shape 7"/>
          <p:cNvSpPr/>
          <p:nvPr/>
        </p:nvSpPr>
        <p:spPr>
          <a:xfrm>
            <a:off x="771525" y="4648200"/>
            <a:ext cx="10658475" cy="4381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1525" y="5086350"/>
            <a:ext cx="10658475" cy="43815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590550"/>
            <a:ext cx="30052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PART 3 · GRAMMAR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2000" y="1485900"/>
            <a:ext cx="1878897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LOOK!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6734175" y="2495550"/>
            <a:ext cx="2628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"Are you students?"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220200" y="2495550"/>
            <a:ext cx="2628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"Is it New York?"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1525" y="3419475"/>
            <a:ext cx="218899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75001" y="3419475"/>
            <a:ext cx="48148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9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YES/NO QUESTIONS (?)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61905" y="3419475"/>
            <a:ext cx="52533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9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SHORT ANSWERS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1525" y="3771900"/>
            <a:ext cx="218899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75001" y="3771900"/>
            <a:ext cx="48148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late?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27401" y="3857625"/>
            <a:ext cx="393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61905" y="3771900"/>
            <a:ext cx="52533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you . / No, you 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32789" y="3857625"/>
            <a:ext cx="3775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1904" y="3857625"/>
            <a:ext cx="6624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aren't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1525" y="4210050"/>
            <a:ext cx="218899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75001" y="4210050"/>
            <a:ext cx="48148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ready?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827401" y="4295775"/>
            <a:ext cx="3902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61905" y="4210050"/>
            <a:ext cx="52533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I . / No, I.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553801" y="4295775"/>
            <a:ext cx="3808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33067" y="4295775"/>
            <a:ext cx="7031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'm not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1525" y="4648200"/>
            <a:ext cx="218899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 / She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675001" y="4648200"/>
            <a:ext cx="48148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 a teacher?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827401" y="4733925"/>
            <a:ext cx="1868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61905" y="4648200"/>
            <a:ext cx="52533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she . / No, she 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826883" y="4733925"/>
            <a:ext cx="1868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964263" y="4733925"/>
            <a:ext cx="4719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isn't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1525" y="5086350"/>
            <a:ext cx="218899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675001" y="5086350"/>
            <a:ext cx="48148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friends?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827401" y="5172075"/>
            <a:ext cx="3902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861905" y="5086350"/>
            <a:ext cx="52533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Yes, they . / No, they .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892034" y="5172075"/>
            <a:ext cx="3775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260205" y="5172075"/>
            <a:ext cx="6624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aren't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2026-07-13T12:13:54Z</dcterms:created>
  <dcterms:modified xsi:type="dcterms:W3CDTF">2026-07-13T12:13:54Z</dcterms:modified>
</cp:coreProperties>
</file>