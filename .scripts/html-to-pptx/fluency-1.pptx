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2790825"/>
            <a:ext cx="76200" cy="209550"/>
          </a:xfrm>
          <a:prstGeom prst="roundRect">
            <a:avLst>
              <a:gd name="adj" fmla="val 25200"/>
            </a:avLst>
          </a:prstGeom>
          <a:solidFill>
            <a:srgbClr val="0448D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3333750"/>
            <a:ext cx="76200" cy="209550"/>
          </a:xfrm>
          <a:prstGeom prst="roundRect">
            <a:avLst>
              <a:gd name="adj" fmla="val 25200"/>
            </a:avLst>
          </a:prstGeom>
          <a:solidFill>
            <a:srgbClr val="0448D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3876675"/>
            <a:ext cx="76200" cy="209550"/>
          </a:xfrm>
          <a:prstGeom prst="roundRect">
            <a:avLst>
              <a:gd name="adj" fmla="val 25200"/>
            </a:avLst>
          </a:prstGeom>
          <a:solidFill>
            <a:srgbClr val="0448D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4419600"/>
            <a:ext cx="76200" cy="209550"/>
          </a:xfrm>
          <a:prstGeom prst="roundRect">
            <a:avLst>
              <a:gd name="adj" fmla="val 25200"/>
            </a:avLst>
          </a:prstGeom>
          <a:solidFill>
            <a:srgbClr val="0448DF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0" y="2790825"/>
            <a:ext cx="76200" cy="209550"/>
          </a:xfrm>
          <a:prstGeom prst="roundRect">
            <a:avLst>
              <a:gd name="adj" fmla="val 25200"/>
            </a:avLst>
          </a:prstGeom>
          <a:solidFill>
            <a:srgbClr val="0448DF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0" y="3333750"/>
            <a:ext cx="76200" cy="209550"/>
          </a:xfrm>
          <a:prstGeom prst="roundRect">
            <a:avLst>
              <a:gd name="adj" fmla="val 25200"/>
            </a:avLst>
          </a:prstGeom>
          <a:solidFill>
            <a:srgbClr val="0448DF"/>
          </a:solidFill>
          <a:ln/>
        </p:spPr>
      </p:sp>
      <p:sp>
        <p:nvSpPr>
          <p:cNvPr id="9" name="Shape 7"/>
          <p:cNvSpPr/>
          <p:nvPr/>
        </p:nvSpPr>
        <p:spPr>
          <a:xfrm>
            <a:off x="6477000" y="3876675"/>
            <a:ext cx="76200" cy="209550"/>
          </a:xfrm>
          <a:prstGeom prst="roundRect">
            <a:avLst>
              <a:gd name="adj" fmla="val 25200"/>
            </a:avLst>
          </a:prstGeom>
          <a:solidFill>
            <a:srgbClr val="0448D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7000" y="4419600"/>
            <a:ext cx="76200" cy="209550"/>
          </a:xfrm>
          <a:prstGeom prst="roundRect">
            <a:avLst>
              <a:gd name="adj" fmla="val 25200"/>
            </a:avLst>
          </a:prstGeom>
          <a:solidFill>
            <a:srgbClr val="0448DF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590550"/>
            <a:ext cx="22496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FLUENCY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000" y="1181100"/>
            <a:ext cx="9146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your partner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2000250"/>
            <a:ext cx="91463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turns asking and answering. Give real answers about yourself.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2500" y="2762250"/>
            <a:ext cx="21246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your name?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2500" y="3305175"/>
            <a:ext cx="230576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are you from?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2500" y="3848100"/>
            <a:ext cx="20668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 you a student?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2500" y="4391025"/>
            <a:ext cx="25202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name is 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00263" y="4400550"/>
            <a:ext cx="1147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___________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67500" y="2762250"/>
            <a:ext cx="188711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old are you?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67500" y="3305175"/>
            <a:ext cx="26377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is your best friend?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67500" y="3848100"/>
            <a:ext cx="25352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English easy for you?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67500" y="4391025"/>
            <a:ext cx="21616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from 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03509" y="4400550"/>
            <a:ext cx="1147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___________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2026-07-13T12:13:53Z</dcterms:created>
  <dcterms:modified xsi:type="dcterms:W3CDTF">2026-07-13T12:13:53Z</dcterms:modified>
</cp:coreProperties>
</file>